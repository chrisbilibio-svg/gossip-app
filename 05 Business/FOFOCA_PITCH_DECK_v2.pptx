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7200" b="1" i="0">
                <a:solidFill>
                  <a:srgbClr val="FFFFFF"/>
                </a:solidFill>
                <a:latin typeface="Segoe UI"/>
              </a:rPr>
              <a:t>Fofoca</a:t>
            </a:r>
          </a:p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F4D9D"/>
                </a:solidFill>
                <a:latin typeface="Segoe UI"/>
              </a:rPr>
              <a:t>Brazil's gossip prediction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297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CFD9DE"/>
                </a:solidFill>
                <a:latin typeface="Segoe UI"/>
              </a:rPr>
              <a:t>Curated rumors  →  the crowd predicts  🍵 TEA / 🧢 CAP  →  credible sources resolve.</a:t>
            </a:r>
          </a:p>
          <a:p>
            <a:pPr algn="l">
              <a:spcAft>
                <a:spcPts val="800"/>
              </a:spcAft>
            </a:pPr>
            <a:r>
              <a:rPr sz="1600" b="0" i="1">
                <a:solidFill>
                  <a:srgbClr val="536771"/>
                </a:solidFill>
                <a:latin typeface="Segoe UI"/>
              </a:rPr>
              <a:t>A status game for people who are always “right first.”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Brazilian gossip attention is massive — but fragmented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Fans chase rumors across Instagram, X, blogs, TV, and group chats — nothing ties it together.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“Rumor” vs “confirmed fact” is blurry, which erodes trust and fuels misinformation.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Reading gossip is passive. Nothing rewards being early, or being right.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There's no scoreboard for the people whose instincts are consistently 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v0.2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The truth filter can become the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Every Speculated rumor is an open prediction the crowd can call.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The crowd doesn't assert facts — it expresses probabilities (TEA = true, CAP = cap/false).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When credible evidence lands, correct early callers earn points, rank, and status.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Skill-weighted scoring rewards contrarian-and-correct, not just 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v0.2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A daily loop built around open bets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1 + 6 curated daily format: one hero “Fofoca do Dia” plus supporting rumors.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Tap 🍵 TEA or 🧢 CAP, lock your call, then the crowd split is revealed.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Article view: headline → short summary → full story → comments.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Resolution payoff: points, leaderboard movement, and bragging rights.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Anonymous-first: play instantly, save your account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v0.2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Evidence-first resolution, skill-weighted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Curators publish rumors from free sources (AI-summarized drafts, human-approved).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Source credibility is tagged: reliable → Confirmed, social → Speculated.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Rumors resolve when 2+ credible sources confirm/debunk — or by an explicit deadline.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Scoring rewards being early and contrarian-correct; money never touches the truth meter.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v0.2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Brazil is primed for this mechanic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Mobile-native celebrity and fandom culture at enormous scale.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“Palpite” / betting behavior makes prediction intuitive and social.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AI makes summarization and curation leverage cheap — humans keep legal judgment.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No incumbent owns “the gossip scoreboard.”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v0.2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MARKET &amp;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Start narrow, become the default gossip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Beachhead: one dense community — BBB / reality TV, celebrity couples, football transfers, or a creator ecosystem.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Win the daily habit in one wedge before broadening.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Expansion path: broader entertainment → sports rumors → viral news prediction.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Cold-start is the central risk — so we launch where the crowd already gathers.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v0.2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Don't bet the company on 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Free core game — maximum liquidity and habit. We never charge to predict.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Light ads after retention — secondary line, not the thesis.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Pro (R$ 19.90/mo) — early alerts, advanced stats, status cosmetics. Never pay-to-win.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Gossip Pulse (B2B) — anonymized belief/trend dashboards for media, creators, agencies.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v0.2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TRACTION / BUILD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v1 is already code-complete enough to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Expo + Supabase app: feed, betting, evidence-first resolution, leaderboard, comments, admin.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Content automation drafts curator-ready rumors from free sources (cheap AI summarization).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Source-credibility tagging, prediction deadlines, and keyword search shipped.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The next gap is not code — it's beachhead launch, analytics, and legal polish.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v0.2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Lean base case, real upside (36-month plan)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4D9D"/>
                </a:solidFill>
                <a:latin typeface="Consolas"/>
              </a:rPr>
              <a:t>Scenario            M36 MAU             M36 Revenue/mo      M36 ARR        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419"/>
                </a:solidFill>
                <a:latin typeface="Consolas"/>
              </a:rPr>
              <a:t>Conservative        6,142               R$ 17,198           R$ 0.21M       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419"/>
                </a:solidFill>
                <a:latin typeface="Consolas"/>
              </a:rPr>
              <a:t>Base                133,081             R$ 111,601          R$ 1.34M       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419"/>
                </a:solidFill>
                <a:latin typeface="Consolas"/>
              </a:rPr>
              <a:t>Upside              889,798             R$ 702,589          R$ 8.43M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37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36771"/>
                </a:solidFill>
                <a:latin typeface="Segoe UI"/>
              </a:rPr>
              <a:t>Month 1 = 1,000-MAU private beta, not a viral launch. Revenue stack: ads + Pro + B2B Pulse.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v0.2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TWO STRATEGIC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Bootstrapped vs Funded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F4D9D"/>
                </a:solidFill>
                <a:latin typeface="Consolas"/>
              </a:rPr>
              <a:t>                        Bootstrapped                  Funded             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419"/>
                </a:solidFill>
                <a:latin typeface="Consolas"/>
              </a:rPr>
              <a:t>M36 MAU                 133,081                       889,798            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419"/>
                </a:solidFill>
                <a:latin typeface="Consolas"/>
              </a:rPr>
              <a:t>M36 revenue/mo          R$ 111.6k                     R$ 702.6k          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419"/>
                </a:solidFill>
                <a:latin typeface="Consolas"/>
              </a:rPr>
              <a:t>M36 net/mo              +R$ 36.5k                     +R$ 422.1k         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419"/>
                </a:solidFill>
                <a:latin typeface="Consolas"/>
              </a:rPr>
              <a:t>Capital raised          R$ 0 (needs ~R$752k runway)   R$ 9.5M (Seed + Series A)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419"/>
                </a:solidFill>
                <a:latin typeface="Consolas"/>
              </a:rPr>
              <a:t>Founder ownership       ~90%                          ~57.6%             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419"/>
                </a:solidFill>
                <a:latin typeface="Consolas"/>
              </a:rPr>
              <a:t>Founder value @6x ARR   R$ 7.2M (US$ 1.36M)           R$ 29.1M (US$ 5.5M)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v0.2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Raising a Seed round to win the beachhead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CF0"/>
                </a:solidFill>
                <a:latin typeface="Segoe UI"/>
              </a:rPr>
              <a:t>•  Seed target: ~R$ 1.5M (≈ US$ 280k) to fund the validation + early-growth ramp.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CF0"/>
                </a:solidFill>
                <a:latin typeface="Segoe UI"/>
              </a:rPr>
              <a:t>•  Use of funds: curation + community, one growth hire, mobile/backend, legal/trust.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CF0"/>
                </a:solidFill>
                <a:latin typeface="Segoe UI"/>
              </a:rPr>
              <a:t>•  Goal: prove D7 prediction retention and bets/DAU in one dense wedge.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CF0"/>
                </a:solidFill>
                <a:latin typeface="Segoe UI"/>
              </a:rPr>
              <a:t>•  Milestone to Series A: durable daily habit + first Gossip Pulse B2B pilots.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v0.2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Founder-led, lean, AI-leveraged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Chris — founder / product &amp; business; building the managed-AI workflow behind the app.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Co-dev (Pedro) — engineering partner; shipped the evidence-first resolution + search.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AI-leveraged ops: content summarization and curation drafting run cheaply, humans keep judgment.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Hiring plan ramps curation, growth, engineering, community, and BD as the model scales.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v0.2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4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 gossip scoreboard for Brazil.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FFFFFF"/>
                </a:solidFill>
                <a:latin typeface="Segoe UI"/>
              </a:rPr>
              <a:t>Free to play. Status to earn. Trust by design.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F1419"/>
                </a:solidFill>
                <a:latin typeface="Segoe UI"/>
              </a:rPr>
              <a:t>contato@fofoca.app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